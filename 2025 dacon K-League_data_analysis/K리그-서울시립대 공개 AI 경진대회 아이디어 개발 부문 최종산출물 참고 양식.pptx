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73" r:id="rId7"/>
    <p:sldId id="281" r:id="rId8"/>
    <p:sldId id="282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1B23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48"/>
    <p:restoredTop sz="94607"/>
  </p:normalViewPr>
  <p:slideViewPr>
    <p:cSldViewPr snapToGrid="0">
      <p:cViewPr varScale="1">
        <p:scale>
          <a:sx n="78" d="100"/>
          <a:sy n="78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"/>
          <p:cNvSpPr txBox="1"/>
          <p:nvPr/>
        </p:nvSpPr>
        <p:spPr>
          <a:xfrm>
            <a:off x="1501950" y="1882817"/>
            <a:ext cx="9188100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K</a:t>
            </a:r>
            <a:r>
              <a:rPr lang="ko-KR" altLang="en-US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리그</a:t>
            </a:r>
            <a:r>
              <a:rPr lang="en-US" altLang="ko-KR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</a:t>
            </a:r>
            <a:r>
              <a:rPr lang="ko-KR" altLang="en-US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서울시립대 공개 </a:t>
            </a:r>
            <a:r>
              <a:rPr lang="en-US" altLang="ko-KR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AI </a:t>
            </a:r>
            <a:r>
              <a:rPr lang="ko-KR" altLang="en-US" sz="3600" b="0" i="0" dirty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경진대회</a:t>
            </a:r>
            <a:endParaRPr lang="en-US" altLang="ko-KR" sz="36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259346336"/>
              </p:ext>
            </p:extLst>
          </p:nvPr>
        </p:nvGraphicFramePr>
        <p:xfrm>
          <a:off x="3386675" y="4388003"/>
          <a:ext cx="5418650" cy="899000"/>
        </p:xfrm>
        <a:graphic>
          <a:graphicData uri="http://schemas.openxmlformats.org/drawingml/2006/table">
            <a:tbl>
              <a:tblPr firstRow="1" bandRow="1"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프로젝트명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613855372"/>
                  </a:ext>
                </a:extLst>
              </a:tr>
            </a:tbl>
          </a:graphicData>
        </a:graphic>
      </p:graphicFrame>
      <p:cxnSp>
        <p:nvCxnSpPr>
          <p:cNvPr id="94" name="Google Shape;94;p1"/>
          <p:cNvCxnSpPr/>
          <p:nvPr/>
        </p:nvCxnSpPr>
        <p:spPr>
          <a:xfrm>
            <a:off x="2310450" y="2662599"/>
            <a:ext cx="757110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59B1EC-410B-0EF7-0D10-30B750C7561A}"/>
              </a:ext>
            </a:extLst>
          </p:cNvPr>
          <p:cNvSpPr txBox="1"/>
          <p:nvPr/>
        </p:nvSpPr>
        <p:spPr>
          <a:xfrm>
            <a:off x="4552167" y="2877879"/>
            <a:ext cx="3087705" cy="381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1800" dirty="0">
                <a:solidFill>
                  <a:srgbClr val="202124"/>
                </a:solidFill>
                <a:latin typeface="+mj-ea"/>
                <a:ea typeface="+mj-ea"/>
              </a:rPr>
              <a:t>Track 2: </a:t>
            </a:r>
            <a:r>
              <a:rPr lang="ko-KR" altLang="en-US" sz="1800" dirty="0">
                <a:solidFill>
                  <a:srgbClr val="202124"/>
                </a:solidFill>
                <a:latin typeface="+mj-ea"/>
                <a:ea typeface="+mj-ea"/>
              </a:rPr>
              <a:t>아이디어 개발 부문</a:t>
            </a:r>
            <a:endParaRPr lang="en-US" altLang="ko-KR" sz="1800" dirty="0">
              <a:solidFill>
                <a:srgbClr val="202124"/>
              </a:solidFill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4CE9618-B894-94C7-1297-5682F7DA6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030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7C9A11B5-3B7A-5935-BE00-8EE437C6D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267136"/>
              </p:ext>
            </p:extLst>
          </p:nvPr>
        </p:nvGraphicFramePr>
        <p:xfrm>
          <a:off x="744427" y="1145754"/>
          <a:ext cx="10776155" cy="4576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114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400" i="1" dirty="0" err="1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팀명</a:t>
                      </a:r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114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팀원 성명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114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개발한 서비스명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11441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i="1" dirty="0">
                          <a:solidFill>
                            <a:srgbClr val="0070C0"/>
                          </a:solidFill>
                          <a:latin typeface="+mj-ea"/>
                          <a:ea typeface="+mj-ea"/>
                        </a:rPr>
                        <a:t>서비스에 대해 간략히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4C2E8235-19C7-F4A2-521E-8B764CF39526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A191824-B2B3-882C-225B-A20742F1D017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E81DA4F-8AD4-2E88-1A2A-146560D4B69F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" name="Google Shape;92;p1">
            <a:extLst>
              <a:ext uri="{FF2B5EF4-FFF2-40B4-BE49-F238E27FC236}">
                <a16:creationId xmlns:a16="http://schemas.microsoft.com/office/drawing/2014/main" id="{7BB7A513-0D61-2BED-BD23-491143094F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6F8662-395D-A5C4-0514-E0894C668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1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A3A84F19-18E7-053F-1964-49466121A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87F7BEC1-FCB2-D265-AD2B-8DD4A59B753C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CB1259FB-3BC9-1F76-5145-01C9E5C371C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D7ADD4E6-F6E8-97A3-9EA6-04E64C9E771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Google Shape;100;p2">
            <a:extLst>
              <a:ext uri="{FF2B5EF4-FFF2-40B4-BE49-F238E27FC236}">
                <a16:creationId xmlns:a16="http://schemas.microsoft.com/office/drawing/2014/main" id="{E370232A-6652-0B7B-A2D6-F8802B0F42F4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A7330DB1-95E4-4D38-F6A4-9BB98AC14BD1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FD4C6A3-A7FF-DCE0-30BE-4532F9F20CD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서비스 제안 배경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E1A0B1D-D56D-F247-A463-80FCAC8780BB}"/>
              </a:ext>
            </a:extLst>
          </p:cNvPr>
          <p:cNvSpPr txBox="1"/>
          <p:nvPr/>
        </p:nvSpPr>
        <p:spPr>
          <a:xfrm>
            <a:off x="2664541" y="1957156"/>
            <a:ext cx="754134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1" dirty="0">
                <a:solidFill>
                  <a:srgbClr val="3C7CDE"/>
                </a:solidFill>
              </a:rPr>
              <a:t>서비스의 제안 배경 및  문제 정의 작성</a:t>
            </a:r>
            <a:endParaRPr lang="en-US" altLang="ko-KR" i="1" dirty="0">
              <a:solidFill>
                <a:srgbClr val="3C7CDE"/>
              </a:solidFill>
            </a:endParaRPr>
          </a:p>
        </p:txBody>
      </p: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149B1BB9-28E2-4B78-5F81-FFCA9F08C3A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E505887-EBEB-8766-3479-91D7F52BE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5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3587AF93-C95F-562C-1FC1-C8D9E3101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F5F4-E7D0-4278-C766-15538099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1157C7AA-BAD1-48B2-65BB-AD464A54796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250B76DD-037A-6065-6C19-E692AEE22FB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FDA78D37-3108-EE7F-CB8F-3A968C42589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37E35A3E-9640-A8FF-B4C4-60FCEC5351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9CE2AEF5-243D-D469-B364-EE0084AAA10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78FF-57A0-7C3A-21B2-B56318A47152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데이터 분석 및 활용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1628004-1AB5-0077-6D18-66ED08E03B10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384030-AD97-CF1C-87BF-7D94D6FE4AED}"/>
              </a:ext>
            </a:extLst>
          </p:cNvPr>
          <p:cNvSpPr txBox="1"/>
          <p:nvPr/>
        </p:nvSpPr>
        <p:spPr>
          <a:xfrm>
            <a:off x="2664541" y="1957156"/>
            <a:ext cx="754134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서비스 구현을 위한 데이터 분석 전략 및 핵심 활용 방안 작성</a:t>
            </a:r>
          </a:p>
        </p:txBody>
      </p:sp>
      <p:sp>
        <p:nvSpPr>
          <p:cNvPr id="12" name="Google Shape;100;p2">
            <a:extLst>
              <a:ext uri="{FF2B5EF4-FFF2-40B4-BE49-F238E27FC236}">
                <a16:creationId xmlns:a16="http://schemas.microsoft.com/office/drawing/2014/main" id="{DC49FABB-FAB0-BE3D-5265-CF27D3E82B7A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" name="Google Shape;92;p1">
            <a:extLst>
              <a:ext uri="{FF2B5EF4-FFF2-40B4-BE49-F238E27FC236}">
                <a16:creationId xmlns:a16="http://schemas.microsoft.com/office/drawing/2014/main" id="{6FDDE745-640E-4912-2345-E7F131583C4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18FBC51-A1E4-7963-1C54-5DAA4B5C4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6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FC58CDA3-AF3F-9B1A-C662-F3332B33C9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7285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7D086-7FAD-83A2-673F-CD401C76F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4822BAF9-7DA8-2CEB-0389-8E3F6CFC4B2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AF58BFF4-5D90-B7BB-A5FB-15DD1784476A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B3D6440B-E8F0-1E73-E5FF-72737DFD9199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기획서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CBEF9D9D-82FE-E102-BEBE-5DB9646F8C7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AD1E7A96-4C68-6800-DC19-6EFB0D02D27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7EE83-FB83-19B0-F1B4-CECFF9D828FF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AI</a:t>
            </a:r>
            <a:r>
              <a:rPr lang="ko-KR" altLang="en-US" dirty="0">
                <a:latin typeface="+mj-ea"/>
                <a:ea typeface="+mj-ea"/>
              </a:rPr>
              <a:t> 모델 및 기능 설계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DB46F3FE-8810-F742-96B1-76FE8CAEE9B6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C9FDC-589C-024C-4DAF-8D28BA7962EF}"/>
              </a:ext>
            </a:extLst>
          </p:cNvPr>
          <p:cNvSpPr txBox="1"/>
          <p:nvPr/>
        </p:nvSpPr>
        <p:spPr>
          <a:xfrm>
            <a:off x="2664541" y="1957156"/>
            <a:ext cx="754134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lvl="0" indent="-285750" latinLnBrk="1">
              <a:buClrTx/>
              <a:buFont typeface="Wingdings" panose="05000000000000000000" pitchFamily="2" charset="2"/>
              <a:buChar char="ü"/>
              <a:defRPr/>
            </a:pP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설계한 </a:t>
            </a:r>
            <a:r>
              <a:rPr lang="en-US" altLang="ko-KR" i="1" kern="1200" dirty="0">
                <a:solidFill>
                  <a:srgbClr val="3C7CDE"/>
                </a:solidFill>
                <a:latin typeface="맑은 고딕" panose="02110004020202020204"/>
              </a:rPr>
              <a:t>AI </a:t>
            </a: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모델 구조</a:t>
            </a:r>
            <a:r>
              <a:rPr lang="en-US" altLang="ko-KR" i="1" kern="1200" dirty="0">
                <a:solidFill>
                  <a:srgbClr val="3C7CDE"/>
                </a:solidFill>
                <a:latin typeface="맑은 고딕" panose="02110004020202020204"/>
              </a:rPr>
              <a:t>, </a:t>
            </a:r>
            <a:r>
              <a:rPr lang="ko-KR" altLang="en-US" i="1" kern="1200" dirty="0">
                <a:solidFill>
                  <a:srgbClr val="3C7CDE"/>
                </a:solidFill>
                <a:latin typeface="맑은 고딕" panose="02110004020202020204"/>
              </a:rPr>
              <a:t>주요 기능 및 적용 방안을 작성</a:t>
            </a:r>
          </a:p>
        </p:txBody>
      </p: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5641D3D1-D8C0-C078-AD2B-69541901CF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BC9F330-D65B-C833-2F2B-1E35BB683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5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486845B7-0638-2A3F-F84E-18D3A433D6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16FA1638-6F3E-B051-B092-CE3D418E4C35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7970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486CC-5FEA-6E0F-6607-8B8860B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0319987-BCA9-9ED0-C4BE-D430B5A78B7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A304978-B91A-D0F9-08E5-E6BCC204DD0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EED7841F-3F32-3698-0915-523541292295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21B79617-C1F0-52D3-B070-B0E157FFF20E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E28D85C7-9402-2E2D-12C4-AE1F84F0991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A748C-1CE4-5657-178F-716B4A80432A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개발 구현 과정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74598198-5F31-F6FA-47DC-AA9059C06E01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4FC7CE-8E2B-C5DE-8F36-06CC621A459E}"/>
              </a:ext>
            </a:extLst>
          </p:cNvPr>
          <p:cNvSpPr txBox="1"/>
          <p:nvPr/>
        </p:nvSpPr>
        <p:spPr>
          <a:xfrm>
            <a:off x="2664541" y="1957156"/>
            <a:ext cx="754134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i="1" dirty="0">
                <a:solidFill>
                  <a:srgbClr val="3C7CDE"/>
                </a:solidFill>
              </a:rPr>
              <a:t>MVP </a:t>
            </a:r>
            <a:r>
              <a:rPr lang="ko-KR" altLang="en-US" i="1" dirty="0">
                <a:solidFill>
                  <a:srgbClr val="3C7CDE"/>
                </a:solidFill>
              </a:rPr>
              <a:t>개발을 위해 사용한 기술 스택</a:t>
            </a:r>
            <a:r>
              <a:rPr lang="en-US" altLang="ko-KR" i="1" dirty="0">
                <a:solidFill>
                  <a:srgbClr val="3C7CDE"/>
                </a:solidFill>
              </a:rPr>
              <a:t>, </a:t>
            </a:r>
            <a:r>
              <a:rPr lang="ko-KR" altLang="en-US" i="1" dirty="0">
                <a:solidFill>
                  <a:srgbClr val="3C7CDE"/>
                </a:solidFill>
              </a:rPr>
              <a:t>데이터</a:t>
            </a:r>
            <a:r>
              <a:rPr lang="en-US" altLang="ko-KR" i="1" dirty="0">
                <a:solidFill>
                  <a:srgbClr val="3C7CDE"/>
                </a:solidFill>
              </a:rPr>
              <a:t>·AI </a:t>
            </a:r>
            <a:r>
              <a:rPr lang="ko-KR" altLang="en-US" i="1" dirty="0">
                <a:solidFill>
                  <a:srgbClr val="3C7CDE"/>
                </a:solidFill>
              </a:rPr>
              <a:t>모델 연계 방식</a:t>
            </a:r>
            <a:r>
              <a:rPr lang="en-US" altLang="ko-KR" i="1" dirty="0">
                <a:solidFill>
                  <a:srgbClr val="3C7CDE"/>
                </a:solidFill>
              </a:rPr>
              <a:t>, </a:t>
            </a:r>
            <a:r>
              <a:rPr lang="ko-KR" altLang="en-US" i="1" dirty="0">
                <a:solidFill>
                  <a:srgbClr val="3C7CDE"/>
                </a:solidFill>
              </a:rPr>
              <a:t>개발 단계별 주요 작업 내용을 기술</a:t>
            </a:r>
          </a:p>
        </p:txBody>
      </p: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07803193-EF90-E0C4-BABE-E4CC56C778F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C85D9CC-B11A-A550-A23E-66F15F2EB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5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21E03711-9563-CAA2-AC62-FBF2B46A2A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DE2768A8-DBAB-B958-4556-E5C3DB180D05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83210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C5F2F-DE76-5319-E068-14743C84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AE7259-26F0-06A2-EAF0-0D348222D14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084726C7-DE11-80A0-7DC0-A7AA122EF941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4C676688-A4F9-28A5-585E-15C4791A36ED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9FEEE123-BAF0-A0FD-15FF-1DB31311C4F2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41C89922-1506-2D6C-C1C7-A35B619FBB4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03726A74-16E1-92E8-6C23-4217F6189B6D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BE20A8A-50DC-1699-36DC-DE2652FD7726}"/>
              </a:ext>
            </a:extLst>
          </p:cNvPr>
          <p:cNvSpPr txBox="1"/>
          <p:nvPr/>
        </p:nvSpPr>
        <p:spPr>
          <a:xfrm>
            <a:off x="2664541" y="1957156"/>
            <a:ext cx="754134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i="1" dirty="0">
                <a:solidFill>
                  <a:srgbClr val="3C7CDE"/>
                </a:solidFill>
              </a:rPr>
              <a:t>MVP</a:t>
            </a:r>
            <a:r>
              <a:rPr lang="ko-KR" altLang="en-US" i="1" dirty="0">
                <a:solidFill>
                  <a:srgbClr val="3C7CDE"/>
                </a:solidFill>
              </a:rPr>
              <a:t>의 작동 과정 및 흐름을 단계별로 설명</a:t>
            </a:r>
            <a:endParaRPr lang="en-US" altLang="ko-KR" i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i="1" dirty="0">
                <a:solidFill>
                  <a:srgbClr val="3C7CDE"/>
                </a:solidFill>
              </a:rPr>
              <a:t>(</a:t>
            </a:r>
            <a:r>
              <a:rPr lang="ko-KR" altLang="en-US" i="1" dirty="0">
                <a:solidFill>
                  <a:srgbClr val="3C7CDE"/>
                </a:solidFill>
              </a:rPr>
              <a:t>필수</a:t>
            </a:r>
            <a:r>
              <a:rPr lang="en-US" altLang="ko-KR" i="1" dirty="0">
                <a:solidFill>
                  <a:srgbClr val="3C7CDE"/>
                </a:solidFill>
              </a:rPr>
              <a:t>)</a:t>
            </a:r>
            <a:r>
              <a:rPr lang="ko-KR" altLang="en-US" i="1" dirty="0">
                <a:solidFill>
                  <a:srgbClr val="3C7CDE"/>
                </a:solidFill>
              </a:rPr>
              <a:t>시연 영상 및 데모 링크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B6FD35-8911-88CB-877F-E612391C583D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MVP </a:t>
            </a:r>
            <a:r>
              <a:rPr lang="ko-KR" altLang="en-US" dirty="0">
                <a:latin typeface="+mj-ea"/>
                <a:ea typeface="+mj-ea"/>
              </a:rPr>
              <a:t>작동 과정</a:t>
            </a:r>
          </a:p>
        </p:txBody>
      </p:sp>
      <p:pic>
        <p:nvPicPr>
          <p:cNvPr id="5" name="Google Shape;92;p1">
            <a:extLst>
              <a:ext uri="{FF2B5EF4-FFF2-40B4-BE49-F238E27FC236}">
                <a16:creationId xmlns:a16="http://schemas.microsoft.com/office/drawing/2014/main" id="{68810CB6-2C71-7C8F-21BE-EA1A36FD667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5CC39EA-5D45-DC5E-511A-2F77D309A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5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B7C4CE24-9312-5F74-B8C4-0E33CBB42D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BEC6B0E0-94B9-80EC-20D3-526D979218F9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18710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F9DE8-42A8-681C-5E1B-73196E0C9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B9D12E-1495-9345-B5C1-6CA487351340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2" name="Google Shape;99;p2">
            <a:extLst>
              <a:ext uri="{FF2B5EF4-FFF2-40B4-BE49-F238E27FC236}">
                <a16:creationId xmlns:a16="http://schemas.microsoft.com/office/drawing/2014/main" id="{662CCC3A-67D3-9E2D-ED85-F4ACDA9881F3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102;p2">
            <a:extLst>
              <a:ext uri="{FF2B5EF4-FFF2-40B4-BE49-F238E27FC236}">
                <a16:creationId xmlns:a16="http://schemas.microsoft.com/office/drawing/2014/main" id="{10197046-830B-49AC-2A1E-DDD714EA394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최종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MVP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648C386E-E25E-A7E0-794C-23D5AC7A557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AEAEA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01;p2">
            <a:extLst>
              <a:ext uri="{FF2B5EF4-FFF2-40B4-BE49-F238E27FC236}">
                <a16:creationId xmlns:a16="http://schemas.microsoft.com/office/drawing/2014/main" id="{BDBA01F2-CD0A-EE54-FD1F-D2390E85F862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chemeClr val="bg2">
              <a:lumMod val="25000"/>
              <a:lumOff val="75000"/>
              <a:alpha val="3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5544C-80B5-F11D-247F-B4A6731ECC76}"/>
              </a:ext>
            </a:extLst>
          </p:cNvPr>
          <p:cNvSpPr txBox="1"/>
          <p:nvPr/>
        </p:nvSpPr>
        <p:spPr>
          <a:xfrm>
            <a:off x="939333" y="1189703"/>
            <a:ext cx="2497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j-ea"/>
                <a:ea typeface="+mj-ea"/>
              </a:rPr>
              <a:t>실용성 및 확장 가능성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F9243552-6E4F-42E8-93DC-3EB0B30CBB0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CBA99FA-B21D-F75D-948E-7068D40928E0}"/>
              </a:ext>
            </a:extLst>
          </p:cNvPr>
          <p:cNvSpPr txBox="1"/>
          <p:nvPr/>
        </p:nvSpPr>
        <p:spPr>
          <a:xfrm>
            <a:off x="2664541" y="1957156"/>
            <a:ext cx="754134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3C7CDE"/>
                </a:solidFill>
              </a:rPr>
              <a:t>[</a:t>
            </a:r>
            <a:r>
              <a:rPr lang="ko-KR" altLang="en-US" sz="1400" b="1" dirty="0">
                <a:solidFill>
                  <a:srgbClr val="3C7CDE"/>
                </a:solidFill>
              </a:rPr>
              <a:t>작성방법</a:t>
            </a:r>
            <a:r>
              <a:rPr lang="en-US" altLang="ko-KR" sz="1400" b="1" dirty="0">
                <a:solidFill>
                  <a:srgbClr val="3C7CDE"/>
                </a:solidFill>
              </a:rPr>
              <a:t>]</a:t>
            </a:r>
          </a:p>
          <a:p>
            <a:endParaRPr lang="en-US" altLang="ko-KR" sz="1400" b="1" dirty="0">
              <a:solidFill>
                <a:srgbClr val="3C7CDE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i="1" dirty="0">
                <a:solidFill>
                  <a:srgbClr val="3C7CDE"/>
                </a:solidFill>
              </a:rPr>
              <a:t>MVP</a:t>
            </a:r>
            <a:r>
              <a:rPr lang="ko-KR" altLang="en-US" i="1" dirty="0">
                <a:solidFill>
                  <a:srgbClr val="3C7CDE"/>
                </a:solidFill>
              </a:rPr>
              <a:t>가 실제 환경에서 제공할 수 있는 가치와 효율성을 제시하고</a:t>
            </a:r>
            <a:r>
              <a:rPr lang="en-US" altLang="ko-KR" i="1" dirty="0">
                <a:solidFill>
                  <a:srgbClr val="3C7CDE"/>
                </a:solidFill>
              </a:rPr>
              <a:t>, </a:t>
            </a:r>
            <a:r>
              <a:rPr lang="ko-KR" altLang="en-US" i="1" dirty="0">
                <a:solidFill>
                  <a:srgbClr val="3C7CDE"/>
                </a:solidFill>
              </a:rPr>
              <a:t>향후 확장 가능성을 설명</a:t>
            </a:r>
          </a:p>
        </p:txBody>
      </p:sp>
      <p:pic>
        <p:nvPicPr>
          <p:cNvPr id="12" name="Google Shape;92;p1">
            <a:extLst>
              <a:ext uri="{FF2B5EF4-FFF2-40B4-BE49-F238E27FC236}">
                <a16:creationId xmlns:a16="http://schemas.microsoft.com/office/drawing/2014/main" id="{DE7111D8-2AC6-0504-6D30-76EF290508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1554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228AB35-9AA7-4E31-935A-F9DB3C245F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4606" y="6437503"/>
            <a:ext cx="1181926" cy="298350"/>
          </a:xfrm>
          <a:prstGeom prst="rect">
            <a:avLst/>
          </a:prstGeom>
        </p:spPr>
      </p:pic>
      <p:pic>
        <p:nvPicPr>
          <p:cNvPr id="15" name="Picture 6" descr="서울시립대학교 차세대통신혁신융합대학사업단">
            <a:extLst>
              <a:ext uri="{FF2B5EF4-FFF2-40B4-BE49-F238E27FC236}">
                <a16:creationId xmlns:a16="http://schemas.microsoft.com/office/drawing/2014/main" id="{4681B4A2-4555-BB83-4002-85BC898612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4" t="30910" r="9183" b="39070"/>
          <a:stretch>
            <a:fillRect/>
          </a:stretch>
        </p:blipFill>
        <p:spPr bwMode="auto">
          <a:xfrm>
            <a:off x="8498136" y="6471904"/>
            <a:ext cx="1346470" cy="2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00;p2">
            <a:extLst>
              <a:ext uri="{FF2B5EF4-FFF2-40B4-BE49-F238E27FC236}">
                <a16:creationId xmlns:a16="http://schemas.microsoft.com/office/drawing/2014/main" id="{983E5663-06D3-4A1F-F92D-68EC11272377}"/>
              </a:ext>
            </a:extLst>
          </p:cNvPr>
          <p:cNvSpPr txBox="1"/>
          <p:nvPr/>
        </p:nvSpPr>
        <p:spPr>
          <a:xfrm>
            <a:off x="9488129" y="229867"/>
            <a:ext cx="2332072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K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리그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-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서울시립대 공개 </a:t>
            </a:r>
            <a:r>
              <a:rPr lang="en-US" altLang="ko-KR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AI </a:t>
            </a:r>
            <a:r>
              <a:rPr lang="ko-KR" altLang="en-US" sz="1000" b="1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경진대회</a:t>
            </a:r>
            <a:endParaRPr lang="ko-KR" altLang="en-US"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1430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230</Words>
  <Application>Microsoft Office PowerPoint</Application>
  <PresentationFormat>와이드스크린</PresentationFormat>
  <Paragraphs>52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69</cp:revision>
  <dcterms:created xsi:type="dcterms:W3CDTF">2024-05-21T00:00:56Z</dcterms:created>
  <dcterms:modified xsi:type="dcterms:W3CDTF">2025-11-27T08:05:07Z</dcterms:modified>
</cp:coreProperties>
</file>